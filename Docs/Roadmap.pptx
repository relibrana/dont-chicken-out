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6949440" y="-457200"/>
            <a:ext cx="3200400" cy="3200400"/>
          </a:xfrm>
          <a:prstGeom prst="rect">
            <a:avLst/>
          </a:prstGeom>
          <a:solidFill>
            <a:srgbClr val="FFC93C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920000">
            <a:off x="7680960" y="1097280"/>
            <a:ext cx="2011680" cy="2011680"/>
          </a:xfrm>
          <a:prstGeom prst="rect">
            <a:avLst/>
          </a:prstGeom>
          <a:solidFill>
            <a:srgbClr val="FF3D6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RAYMI GAMES  ·  PUBLISHER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DON'T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CHICKEN OUT!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hesitation means defeat.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34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</a:t>
            </a:r>
            <a:pPr algn="l" indent="0" marL="0">
              <a:buNone/>
            </a:pPr>
            <a:r>
              <a:rPr lang="en-US" sz="12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l" indent="0" marL="0">
              <a:buNone/>
            </a:pPr>
            <a:r>
              <a:rPr lang="en-US" sz="11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RELEASE  </a:t>
            </a:r>
            <a:pPr algn="l" indent="0" marL="0">
              <a:buNone/>
            </a:pPr>
            <a:r>
              <a:rPr lang="en-US" sz="12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2027</a:t>
            </a:r>
            <a:pPr algn="l" indent="0" marL="0">
              <a:buNone/>
            </a:pPr>
            <a:r>
              <a:rPr lang="en-US" sz="12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&amp; CONSOLE</a:t>
            </a:r>
            <a:pPr algn="l" indent="0" marL="0">
              <a:buNone/>
            </a:pPr>
            <a:r>
              <a:rPr lang="en-US" sz="12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PLAYERS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pitch in one screen.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297680" cy="31546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91440" cy="3154680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chaotic 2–4 player party game where Tetris-inspired blocks become the battlefield. Players climb, sabotage, and shove each other as the camera scrolls relentlessly upward.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reflexes. Hilarious physics. Streamability built in.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MILESTONE  ·  VERTICAL SLICE (MAY 2026)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1508760"/>
            <a:ext cx="2011680" cy="9601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8072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Raymi Games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0" y="1508760"/>
            <a:ext cx="2011680" cy="9601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96912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Party · Action · Casual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83480" y="2606040"/>
            <a:ext cx="2011680" cy="9601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807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PC &amp; Console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32320" y="2606040"/>
            <a:ext cx="2011680" cy="9601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9691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2–4  Local + Online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83480" y="3703320"/>
            <a:ext cx="2011680" cy="9601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48072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 – 21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32320" y="3703320"/>
            <a:ext cx="2011680" cy="9601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RELEASE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96912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July 2027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ROADMAP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Six milestones. Every one a build you can play.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2D365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" y="1920240"/>
            <a:ext cx="219456" cy="219456"/>
          </a:xfrm>
          <a:prstGeom prst="ellipse">
            <a:avLst/>
          </a:prstGeom>
          <a:solidFill>
            <a:srgbClr val="5DE2A3"/>
          </a:solidFill>
          <a:ln w="25400">
            <a:solidFill>
              <a:srgbClr val="0F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286000"/>
            <a:ext cx="13258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86000"/>
            <a:ext cx="1325880" cy="54864"/>
          </a:xfrm>
          <a:prstGeom prst="rect">
            <a:avLst/>
          </a:prstGeom>
          <a:solidFill>
            <a:srgbClr val="5DE2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DE2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3273552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5DE2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735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25 – Apr 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6292" y="1920240"/>
            <a:ext cx="219456" cy="219456"/>
          </a:xfrm>
          <a:prstGeom prst="ellipse">
            <a:avLst/>
          </a:prstGeom>
          <a:solidFill>
            <a:srgbClr val="FF3D6F"/>
          </a:solidFill>
          <a:ln w="25400">
            <a:solidFill>
              <a:srgbClr val="0F14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2286000"/>
            <a:ext cx="13258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83080" y="2286000"/>
            <a:ext cx="1325880" cy="54864"/>
          </a:xfrm>
          <a:prstGeom prst="rect">
            <a:avLst/>
          </a:prstGeom>
          <a:solidFill>
            <a:srgbClr val="FF3D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3D6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47672" y="3273552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FF3D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47672" y="32735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53612" y="1920240"/>
            <a:ext cx="219456" cy="219456"/>
          </a:xfrm>
          <a:prstGeom prst="ellipse">
            <a:avLst/>
          </a:prstGeom>
          <a:solidFill>
            <a:srgbClr val="4CC9F0"/>
          </a:solidFill>
          <a:ln w="25400">
            <a:solidFill>
              <a:srgbClr val="0F14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286000"/>
            <a:ext cx="13258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286000"/>
            <a:ext cx="1325880" cy="54864"/>
          </a:xfrm>
          <a:prstGeom prst="rect">
            <a:avLst/>
          </a:prstGeom>
          <a:solidFill>
            <a:srgbClr val="4CC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C9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4612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3273552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2735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4612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– Sep 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70932" y="1920240"/>
            <a:ext cx="219456" cy="219456"/>
          </a:xfrm>
          <a:prstGeom prst="ellipse">
            <a:avLst/>
          </a:prstGeom>
          <a:solidFill>
            <a:srgbClr val="FFC93C"/>
          </a:solidFill>
          <a:ln w="25400">
            <a:solidFill>
              <a:srgbClr val="0F14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286000"/>
            <a:ext cx="13258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286000"/>
            <a:ext cx="1325880" cy="54864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6344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82312" y="3273552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32735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Mar 27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8252" y="1920240"/>
            <a:ext cx="219456" cy="219456"/>
          </a:xfrm>
          <a:prstGeom prst="ellipse">
            <a:avLst/>
          </a:prstGeom>
          <a:solidFill>
            <a:srgbClr val="FFC93C"/>
          </a:solidFill>
          <a:ln w="25400">
            <a:solidFill>
              <a:srgbClr val="0F14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286000"/>
            <a:ext cx="13258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2286000"/>
            <a:ext cx="1325880" cy="54864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08076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99632" y="3273552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2735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8076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05572" y="1920240"/>
            <a:ext cx="219456" cy="219456"/>
          </a:xfrm>
          <a:prstGeom prst="ellipse">
            <a:avLst/>
          </a:prstGeom>
          <a:solidFill>
            <a:srgbClr val="9BA4B8"/>
          </a:solidFill>
          <a:ln w="25400">
            <a:solidFill>
              <a:srgbClr val="0F142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2360" y="2286000"/>
            <a:ext cx="1325880" cy="160020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52360" y="2286000"/>
            <a:ext cx="1325880" cy="54864"/>
          </a:xfrm>
          <a:prstGeom prst="rect">
            <a:avLst/>
          </a:prstGeom>
          <a:solidFill>
            <a:srgbClr val="9BA4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423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A4B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M6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498080" y="2862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16952" y="3273552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9BA4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16952" y="32735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98080" y="3593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2027 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and features subject to publisher strategy and guidance.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·  MAY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VERTICAL SLICE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406640" y="713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3D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713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publisher-facing demo. Sells the game in 5 minutes of hands-on play.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212080" cy="27889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2788920"/>
          </a:xfrm>
          <a:prstGeom prst="rect">
            <a:avLst/>
          </a:prstGeom>
          <a:solidFill>
            <a:srgbClr val="FF3D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3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curated map with hand-tuned block pacing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local players (keyboard split + gamepads)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Round-based match flow with live ranking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rotation: Bomb, Spring Disc, Item Capsules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auto-rise with acceleration curve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 VFX, Cluck system, full audio bed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Windows build, controller-ready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sizzle trailer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fact sheet (Follow-up Pitch)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324612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of first-time playtesters request a rematch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unattended session ≥ 8 minutes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60 FPS on mid-range laptops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·  AUG – SEP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ALPHA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406640" y="713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713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Feature-complete local experience. The build we tour with at showcases.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212080" cy="27889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2788920"/>
          </a:xfrm>
          <a:prstGeom prst="rect">
            <a:avLst/>
          </a:prstGeom>
          <a:solidFill>
            <a:srgbClr val="4CC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4-player across all input combos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Round-based match: First-to-3 (tuning toward Beta)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item roster (≥ 4 items, balanced)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Difficulty-scaled block pooling per rank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credits, localization scaffolding (EN, ES-LATAM)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demo build for publishers &amp; creators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PC demo build with telemetry hooks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trailer with real gameplay footage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kit v1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324612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demos run with zero dev hand-holding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rate &lt; 1 per 30 sessions in internal QA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Stream-safe build — no debug overlays or spoilers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·  FEB – MAR 2027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406640" y="713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713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Multiplayer Beta. The first time the world plays online.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212080" cy="27889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2788920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multiplayer — up to 4 players (First-to-5 wins)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multiplayer — up to 4 players (First-to-5 wins)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skins on a modular IP-collab-ready rig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Shop with themed cosmetic catalog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profile system + backend matchmaking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session length, churn, item usage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closed-beta build &amp; key distribution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Steam Next Fest presence (Feb 27)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monitoring dashboards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324612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150 ms median input-to-display in 4P online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retention ≥ 40% in closed beta cohort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telemetry validates pricing assumptions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FF3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</a:t>
            </a:r>
            <a:pPr algn="l" indent="0" marL="0">
              <a:buNone/>
            </a:pPr>
            <a:r>
              <a:rPr lang="en-US" sz="95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Netcode is the largest technical bet. Tech selection locks Q3 2026 to leave a 6-month integration runway.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·  JULY 2027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LAUNCH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406640" y="713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713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 release on PC &amp; Console. The chaos goes wide.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212080" cy="27889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2788920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Gameplay Settings — counts, item pool, modifiers, rotation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Game Maps — distinct geometry &amp; dynamics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Additional Game Modes — foundation for post-launch growth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localization (language set per publisher strategy)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platform adaptation &amp; certification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catalog scaled + launch marketing push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master (PC + console SKUs)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trailer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pages live across all platforms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324612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concurrent 4P online on all supported platforms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cert pass on first or second submission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Day-1: zero P0 issues, &lt; 5 P1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FF3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</a:t>
            </a:r>
            <a:pPr algn="l" indent="0" marL="0">
              <a:buNone/>
            </a:pPr>
            <a:r>
              <a:rPr lang="en-US" sz="95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submission window is publisher-driven. Buffer locked with publisher 4 months pre-gold.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·  AUG 2027 →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LIVE OPS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406640" y="713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5DE2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713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party doesn't stop. Built into Beta architecture from day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212080" cy="278892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91440" cy="2788920"/>
          </a:xfrm>
          <a:prstGeom prst="rect">
            <a:avLst/>
          </a:prstGeom>
          <a:solidFill>
            <a:srgbClr val="5DE2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game modes beyond launch, on cadence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collaborations &amp; crossovers via Skin Shop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events tied to streamer moments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Cross-play expansion across supported platforms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tournament tooling — presets, observer, replays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DLCs, updates, press &amp; influencer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78308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Live-ops calendar (quarterly cadence)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drop pipeline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toolkit v1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3246120"/>
            <a:ext cx="2788920" cy="13258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DE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3657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monthly active users 3+ months post-launch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 ≥ industry party-game benchmark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Cross-play parity in latency &amp; matchmaking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CONTINUITY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Mapping versions to the production phases shown in the Follow-up Pitch.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10896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0F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9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0F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Milestone(s)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9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0F1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9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— Vision, GDD, market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C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(pre-Prototype)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– Q3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Pre-Production — Prototype, Vertical Slice, internal testing, marketing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C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→ M2 → Alpha feed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2025 → Sep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— Content, balancing, online, QA, localization, console adaptation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C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Alpha → M4 Beta → M5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 → Jun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Pre-Launch — Optimization, Steam Next Fest, influencer &amp; demo releases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C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Beta 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– Jun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— PC &amp; Console release, press, storefront, bundles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C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— DLCs, IP collaborations, cross-play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C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Live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2027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1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CRITICAL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dependencies that gate the July 2027 release.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15544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05740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netcode tech 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finalized Q3 2026. Single largest technical decision; drives M4 architecture.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1463040"/>
            <a:ext cx="2697480" cy="15544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3864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83864" y="205740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character rig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83864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during M3 so Skin system at M4 and IP-collab pipeline at M6 share one rig.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463040"/>
            <a:ext cx="2697480" cy="15544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5936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5936" y="205740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account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5936" y="239572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Beta launch. Sets pricing rails for the Shop.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2697480" cy="15544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" y="377647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kit &amp; first cert window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41148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Publisher-driven. Defines submission buffer before July 2027 gold.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3182112"/>
            <a:ext cx="2697480" cy="15544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83864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483864" y="377647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83864" y="41148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from M3, accumulates content, ships at M5.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3182112"/>
            <a:ext cx="2697480" cy="1554480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45936" y="32735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45936" y="377647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Next Fest slot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5936" y="41148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Feb 2027 (Beta reveal) and/or Jun 2027 (pre-Launch).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PUBLISHER TOUCHPOINTS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Engagement scales with the work.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91440" cy="566928"/>
          </a:xfrm>
          <a:prstGeom prst="rect">
            <a:avLst/>
          </a:prstGeom>
          <a:solidFill>
            <a:srgbClr val="FF3D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3D6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5087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feedback, scope validation, fit assessment.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8229600" cy="566928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67128"/>
            <a:ext cx="91440" cy="566928"/>
          </a:xfrm>
          <a:prstGeom prst="rect">
            <a:avLst/>
          </a:prstGeom>
          <a:solidFill>
            <a:srgbClr val="4CC9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671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1671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6712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placement, demo distribution channels, early QA loop.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229600" cy="566928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25496"/>
            <a:ext cx="91440" cy="5669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254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82549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recommendations, monetization strategy, closed-beta marketing, Next Fest slot.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8229600" cy="566928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83864"/>
            <a:ext cx="91440" cy="5669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8386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4838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48386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porting &amp; cert, extended localization, launch marketing, storefront management, influencer &amp; press, bundles.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8229600" cy="566928"/>
          </a:xfrm>
          <a:prstGeom prst="rect">
            <a:avLst/>
          </a:prstGeom>
          <a:solidFill>
            <a:srgbClr val="1A21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42232"/>
            <a:ext cx="91440" cy="566928"/>
          </a:xfrm>
          <a:prstGeom prst="rect">
            <a:avLst/>
          </a:prstGeom>
          <a:solidFill>
            <a:srgbClr val="5DE2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4223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DE2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41422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414223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collaboration brokering, sustained marketing, seasonal campaigns, cross-play certification.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CHICKEN OUT!  ·  Production Roadmap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457200" y="-457200"/>
            <a:ext cx="5029200" cy="5943600"/>
          </a:xfrm>
          <a:prstGeom prst="rect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142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LET'S MAKE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F142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CHAOS.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chaos makers of Don't Chicken Out!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2064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C9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RAYMI GAMES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raymigames.studio@gmail.com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@raymi.games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RELEASE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2027  ·  PC &amp; Console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E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HESITATION MEANS DEFEAT.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Raymi Games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Don't Chicken Out! — Production Roadmap</dc:title>
  <dc:subject>PptxGenJS Presentation</dc:subject>
  <dc:creator>Raymi Games</dc:creator>
  <cp:lastModifiedBy>Raymi Games</cp:lastModifiedBy>
  <cp:revision>1</cp:revision>
  <dcterms:created xsi:type="dcterms:W3CDTF">2026-05-17T02:31:32Z</dcterms:created>
  <dcterms:modified xsi:type="dcterms:W3CDTF">2026-05-17T02:31:32Z</dcterms:modified>
</cp:coreProperties>
</file>